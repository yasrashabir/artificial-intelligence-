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LAYYAH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371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PaperMind AI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Document Analyzer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Document Analysis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50292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08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Faisal Hafeez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Yasra Shabir  |  Nayab Sarwar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Semester Evening  •  BS CS  •  Session 2023–2027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📄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59436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9966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282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647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PaperMind AI?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4963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328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This Project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644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3009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 Used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0325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(Implementation)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9966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(16 Tabs)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728216"/>
            <a:ext cx="411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7282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17647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&amp;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411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4963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5328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264408"/>
            <a:ext cx="411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2644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30098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32504"/>
            <a:ext cx="411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40325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40690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36576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9601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waste hours manually reading &amp; summarizing large documents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373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1828800"/>
            <a:ext cx="36576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7373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MCQs &amp; flashcards from textbooks is very time-consuming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14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05840" y="2606040"/>
            <a:ext cx="36576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51460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key info manually is often incomplete or inaccurate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05840" y="3383280"/>
            <a:ext cx="36576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29184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allows you to chat with your document &amp; ask questions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05840" y="4160520"/>
            <a:ext cx="36576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0690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platform combines analysis + study material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What is PaperMind AI?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PaperMind AI is a web-based AI-powered document analyzer that automatically processes uploaded documents (PDF, TXT, DOC, DOCX) and generates comprehensive study materials using Large Language Models.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920240" cy="2651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📤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TXT, DOC, DOCX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103120"/>
            <a:ext cx="1920240" cy="2651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21031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processes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1920240" cy="2651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MCQs, Chat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103120"/>
            <a:ext cx="1920240" cy="265176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210312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1228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Android APK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Why We Chose This Project?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FFF8E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were students ourselves struggling with large PDFs before exams. We thought — why not build an AI tool that does this for everyone?"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8992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personally faced this challenge as students every semester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9202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9552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 to practically apply NLP &amp; LLMs learned in AI course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803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78992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227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that genuinely helps thousands of students study better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8036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8803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9552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9552" y="3227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Android APK makes it accessible to everyone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8404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78992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free AI APIs so any student can use it without cost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840480"/>
            <a:ext cx="4206240" cy="7772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38404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59552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project — not just theory but a working product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Tools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Complete user interface and all interactive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PDF.js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from uploaded PDF files directly in browser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7432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to access multiple free AI/LLM models via single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31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 (listen) &amp; voice input for hands-free 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71800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520440" y="38404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931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mind maps and topic frequency graphs visually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71800"/>
            <a:ext cx="274320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WebView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92240" y="3840480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9319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web app into installable Android APK file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How It Works — System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28016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43000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Uploads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TXT, DOC, DOCX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73736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" y="1005840"/>
            <a:ext cx="12801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143000"/>
            <a:ext cx="457200" cy="45720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PDF.js Extracts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20,000 characters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05840"/>
            <a:ext cx="12801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114300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0040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Sent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API Key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66344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05840"/>
            <a:ext cx="12801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11430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6344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 document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7804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12648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1005840"/>
            <a:ext cx="12801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114300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12648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output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1005840"/>
            <a:ext cx="128016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89520" y="1005840"/>
            <a:ext cx="1280160" cy="54864"/>
          </a:xfrm>
          <a:prstGeom prst="rect">
            <a:avLst/>
          </a:prstGeom>
          <a:solidFill>
            <a:srgbClr val="E5A623"/>
          </a:solidFill>
          <a:ln w="12700">
            <a:solidFill>
              <a:srgbClr val="E5A6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1143000"/>
            <a:ext cx="457200" cy="457200"/>
          </a:xfrm>
          <a:prstGeom prst="ellipse">
            <a:avLst/>
          </a:prstGeom>
          <a:solidFill>
            <a:srgbClr val="E5A623"/>
          </a:solidFill>
          <a:ln w="12700">
            <a:solidFill>
              <a:srgbClr val="E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589520" y="1737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589520" y="2423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16 Tabs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589520" y="3200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MCQs, Chat, Slides...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16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🎞️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6344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6072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5800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96012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0" y="960120"/>
            <a:ext cx="96012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0515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955280" y="185623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🔦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7432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37160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37160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37160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6888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6888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246888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6616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56616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🔖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356616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466344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76072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76072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576072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800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5800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685800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955280" y="2926080"/>
            <a:ext cx="960120" cy="169164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55280" y="2926080"/>
            <a:ext cx="960120" cy="45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0" y="301752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7955280" y="3822192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AI Integration — OpenRouter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3192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OpenRouter API?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is a platform that gives access to many AI models through a single API endpoint.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acts like a password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usage &amp; free quota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key → 401 Error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openrouter/auto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tokens: 8,000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Structured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91440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App sends document 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0" cy="5303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57276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+ API Key for authorization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0756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231136"/>
            <a:ext cx="411480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23113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OpenRouter validates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7340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9504"/>
            <a:ext cx="41148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88950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AI Model processes 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3924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547872"/>
            <a:ext cx="41148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54787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JSON response returned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0507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206240"/>
            <a:ext cx="411480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420624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App shows 16-tab results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What is an API Key &amp; Why Needed?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FFF8E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Think of API Key like a bank PIN — it proves who you are before accessing the service.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to OpenRouter that the request is from an authorized user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how many requests you make &amp; limits free quota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41248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20040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gives free requests daily — key tracks this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Key: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84048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gives 401 Unauthorized error — AI won't work at 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05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Key: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4480560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free at openrouter.ai → API Keys → Create Key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Problem Detail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7432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25603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716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Parsing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2743200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3716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returned text with extra markdown around 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7432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3716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robust extractor that strips fences &amp; finds JSON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5603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60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 Issue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228600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2860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tokens caused incomplete JSON — response cut off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7432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860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to 8,000 tokens &amp; reduced JSON fields for reliability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5603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004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Availability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3200400"/>
            <a:ext cx="2743200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2004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google/gemini-flash-1.5 returned 'No endpoints found' error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200400"/>
            <a:ext cx="27432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2004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to openrouter/auto — picks best available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256032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148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Text Extraction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08960" y="411480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4114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PDFs had images only — no extractable 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4114800"/>
            <a:ext cx="27432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4114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user warning for scanned PDFs, limited to text-based PDFs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AI Concepts Applied in This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8580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and analyzing human text from documents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51560"/>
            <a:ext cx="685800" cy="5943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51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7373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GPT-style models that process &amp; generate intelligent responses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051560"/>
            <a:ext cx="685800" cy="59436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0515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1051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AI Prompts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73736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810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detailed prompts to get structured JSON responses from 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063240"/>
            <a:ext cx="68580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632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Extraction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374904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Auto-extracting key points, citations &amp; summaries from 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292608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063240"/>
            <a:ext cx="68580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632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6908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Augmented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74904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uses document content as context for answers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92608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063240"/>
            <a:ext cx="68580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0632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3063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 Integration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3749040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8221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to external AI services via REST API calls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Implementation — 5 Development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457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960120"/>
            <a:ext cx="777240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960120"/>
            <a:ext cx="54864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9966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Requirements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07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user needs, researched AI APIs &amp; document processing libraries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83664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2404872"/>
            <a:ext cx="457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1764792"/>
            <a:ext cx="777240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1764792"/>
            <a:ext cx="54864" cy="6858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1801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System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1122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UI layout, defined JSON structure for AI, planned 16-tab feature 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88336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3209544"/>
            <a:ext cx="457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2569464"/>
            <a:ext cx="777240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2569464"/>
            <a:ext cx="54864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Development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91693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HTML/CSS/JS frontend, integrated PDF.js, OpenRouter API &amp; all 16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" y="4014216"/>
            <a:ext cx="457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3374136"/>
            <a:ext cx="777240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1560" y="3374136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Testing &amp; Optimization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7216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PDFs &amp; documents, fixed JSON parsing, optimized tokens &amp; prompts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1560" y="4178808"/>
            <a:ext cx="777240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1560" y="4178808"/>
            <a:ext cx="54864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4215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Deployment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4526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as Android APK using Android Studio + WebView for mobile use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Project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any PDF or text file from their 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🔑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461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API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their free OpenRouter API key for authentication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⏳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sends text to AI — takes 5-10 seconds to 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743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16 tabs populate with MCQs, summary, flashcards &amp; more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2461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questions about their document in real-time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26080"/>
            <a:ext cx="27432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2179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 Android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APK on phone — same features on mobile device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Video Demo will be played during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Future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24128" y="969264"/>
            <a:ext cx="36576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documents &amp; analysis results online for access anywhere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051560"/>
            <a:ext cx="8686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051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144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504688" y="969264"/>
            <a:ext cx="36576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371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Login/signup system to save history &amp; personalize experience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051560"/>
            <a:ext cx="8686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0515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86000"/>
            <a:ext cx="420624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860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024128" y="2340864"/>
            <a:ext cx="36576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Support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2743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images &amp; handwritten notes using Optical Character Recognition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423160"/>
            <a:ext cx="868680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423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286000"/>
            <a:ext cx="420624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2860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504688" y="2340864"/>
            <a:ext cx="36576" cy="1005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2743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groups — share flashcards &amp; notes with classmates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2423160"/>
            <a:ext cx="868680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2423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57600"/>
            <a:ext cx="4206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6576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🎙️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1024128" y="3712464"/>
            <a:ext cx="36576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Analysis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4300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audio lectures for AI transcription &amp; analysis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66160" y="3794760"/>
            <a:ext cx="86868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3794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657600"/>
            <a:ext cx="4206240" cy="1143000"/>
          </a:xfrm>
          <a:prstGeom prst="rect">
            <a:avLst/>
          </a:prstGeom>
          <a:solidFill>
            <a:srgbClr val="EEF4FF"/>
          </a:solidFill>
          <a:ln w="12700">
            <a:solidFill>
              <a:srgbClr val="D1E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657600"/>
            <a:ext cx="4206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5760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5504688" y="3712464"/>
            <a:ext cx="36576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2356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learning progress, study time &amp; performance over time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46720" y="3794760"/>
            <a:ext cx="86868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37947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828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PaperMind AI successfully demonstrates the practical application of Artificial Intelligence in education.
</a:t>
            </a:r>
            <a:pPr indent="0" marL="0">
              <a:buNone/>
            </a:pPr>
            <a:r>
              <a:rPr lang="en-US" sz="12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Working AI-powered web application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16 comprehensive study features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Android APK deployment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Free &amp; accessible to all students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Real-world AI problem solving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7315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🙏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5486400" y="2011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1828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Yasra Shabir  &amp;  Nayab Sarwar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Computer Science — 6th Semester Evening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Layyah  |  2023–2027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PaperMind AI - Project Presentation</dc:title>
  <dc:subject>PptxGenJS Presentation</dc:subject>
  <dc:creator>PptxGenJS</dc:creator>
  <cp:lastModifiedBy>PptxGenJS</cp:lastModifiedBy>
  <cp:revision>1</cp:revision>
  <dcterms:created xsi:type="dcterms:W3CDTF">2026-06-04T08:00:22Z</dcterms:created>
  <dcterms:modified xsi:type="dcterms:W3CDTF">2026-06-04T08:00:22Z</dcterms:modified>
</cp:coreProperties>
</file>